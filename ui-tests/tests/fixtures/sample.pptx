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Alpha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First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Beta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Second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Gamma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zebra appears only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